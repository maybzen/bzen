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6984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F9D58"/>
                </a:solidFill>
                <a:latin typeface="맑은 고딕"/>
              </a:rPr>
              <a:t>직원용</a:t>
            </a:r>
            <a:r>
              <a:rPr sz="1600" b="1" dirty="0">
                <a:solidFill>
                  <a:srgbClr val="0F9D58"/>
                </a:solidFill>
                <a:latin typeface="맑은 고딕"/>
              </a:rPr>
              <a:t> · STAFF</a:t>
            </a:r>
          </a:p>
          <a:p>
            <a:pPr>
              <a:spcBef>
                <a:spcPts val="1200"/>
              </a:spcBef>
            </a:pPr>
            <a:r>
              <a:rPr sz="4400" b="1" dirty="0" err="1">
                <a:solidFill>
                  <a:srgbClr val="FFFFFF"/>
                </a:solidFill>
                <a:latin typeface="맑은 고딕"/>
              </a:rPr>
              <a:t>비젠</a:t>
            </a:r>
            <a:r>
              <a:rPr sz="44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맑은 고딕"/>
              </a:rPr>
              <a:t>인트라넷</a:t>
            </a:r>
            <a:r>
              <a:rPr sz="4400" b="1" dirty="0">
                <a:solidFill>
                  <a:srgbClr val="FFFFFF"/>
                </a:solidFill>
                <a:latin typeface="맑은 고딕"/>
              </a:rPr>
              <a:t>
</a:t>
            </a:r>
            <a:r>
              <a:rPr sz="4400" b="1" dirty="0" err="1">
                <a:solidFill>
                  <a:srgbClr val="FFFFFF"/>
                </a:solidFill>
                <a:latin typeface="맑은 고딕"/>
              </a:rPr>
              <a:t>직원</a:t>
            </a:r>
            <a:r>
              <a:rPr sz="44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맑은 고딕"/>
              </a:rPr>
              <a:t>이용</a:t>
            </a:r>
            <a:r>
              <a:rPr sz="44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맑은 고딕"/>
              </a:rPr>
              <a:t>매뉴얼</a:t>
            </a:r>
            <a:endParaRPr sz="4400" b="1" dirty="0">
              <a:solidFill>
                <a:srgbClr val="FFFFFF"/>
              </a:solidFill>
              <a:latin typeface="맑은 고딕"/>
            </a:endParaRPr>
          </a:p>
          <a:p>
            <a:pPr>
              <a:spcBef>
                <a:spcPts val="1800"/>
              </a:spcBef>
            </a:pPr>
            <a:endParaRPr lang="en-US" sz="1800" dirty="0">
              <a:solidFill>
                <a:srgbClr val="C3CAD6"/>
              </a:solidFill>
              <a:latin typeface="맑은 고딕"/>
            </a:endParaRPr>
          </a:p>
          <a:p>
            <a:pPr>
              <a:spcBef>
                <a:spcPts val="1800"/>
              </a:spcBef>
            </a:pPr>
            <a:r>
              <a:rPr sz="1800" dirty="0">
                <a:solidFill>
                  <a:srgbClr val="C3CAD6"/>
                </a:solidFill>
                <a:latin typeface="맑은 고딕"/>
              </a:rPr>
              <a:t>|  </a:t>
            </a:r>
            <a:r>
              <a:rPr sz="1800" dirty="0" err="1">
                <a:solidFill>
                  <a:srgbClr val="C3CAD6"/>
                </a:solidFill>
                <a:latin typeface="맑은 고딕"/>
              </a:rPr>
              <a:t>버전</a:t>
            </a:r>
            <a:r>
              <a:rPr sz="1800" dirty="0">
                <a:solidFill>
                  <a:srgbClr val="C3CAD6"/>
                </a:solidFill>
                <a:latin typeface="맑은 고딕"/>
              </a:rPr>
              <a:t> 1.2 (2026-10-12)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9D58"/>
                </a:solidFill>
                <a:latin typeface="맑은 고딕"/>
              </a:rPr>
              <a:t>1. 로그인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아이디는 전달받음, 처음 1번만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배포 주소 접속 → 전달받은 아이디·초기 비밀번호로 로그인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오른쪽 위 이름 → 설정에서 비밀번호를 본인 것으로 변경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비밀번호를 잊으면 본인이 찾을 수 없습니다 → 관리자에게 재설정 요청.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9D58"/>
                </a:solidFill>
                <a:latin typeface="맑은 고딕"/>
              </a:rPr>
              <a:t>2. 내 메뉴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기본 메뉴 + 회사 설정에 따라 추가</a:t>
            </a:r>
          </a:p>
        </p:txBody>
      </p:sp>
      <p:pic>
        <p:nvPicPr>
          <p:cNvPr id="3" name="Picture 2" descr="real-staff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63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맑은 고딕"/>
              </a:rPr>
              <a:t>▲ 실제 직원 메뉴 (원본 그대로)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기본:  </a:t>
            </a:r>
            <a:r>
              <a:rPr sz="1600">
                <a:solidFill>
                  <a:srgbClr val="1B2436"/>
                </a:solidFill>
                <a:latin typeface="맑은 고딕"/>
              </a:rPr>
              <a:t>지출결의 · 운영비 · 프로젝트 · 거래처 · 휴무대장 · 설정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추가 가능:  </a:t>
            </a:r>
            <a:r>
              <a:rPr sz="1600">
                <a:solidFill>
                  <a:srgbClr val="1B2436"/>
                </a:solidFill>
                <a:latin typeface="맑은 고딕"/>
              </a:rPr>
              <a:t>매출 · 매입 · 수금 · 고정비 · 세금 · 보고서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없음:  </a:t>
            </a:r>
            <a:r>
              <a:rPr sz="1600">
                <a:solidFill>
                  <a:srgbClr val="1B2436"/>
                </a:solidFill>
                <a:latin typeface="맑은 고딕"/>
              </a:rPr>
              <a:t>대시보드 · 구성원 · 급여 · 계정 · 자금 · 휴지통 (관리자 전용)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기간 고르기: 이번 달·지난 달·이번 분기·올해·직접선택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9D58"/>
                </a:solidFill>
                <a:latin typeface="맑은 고딕"/>
              </a:rPr>
              <a:t>3. 지출결의 — 생길 때 바로 입력 ★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승인 절차 없이 기록하면 끝</a:t>
            </a:r>
          </a:p>
        </p:txBody>
      </p:sp>
      <p:pic>
        <p:nvPicPr>
          <p:cNvPr id="3" name="Picture 2" descr="real-staff-exp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63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맑은 고딕"/>
              </a:rPr>
              <a:t>▲ 실제 지출결의 화면 (원본 그대로)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① 등록:  </a:t>
            </a:r>
            <a:r>
              <a:rPr sz="1600">
                <a:solidFill>
                  <a:srgbClr val="1B2436"/>
                </a:solidFill>
                <a:latin typeface="맑은 고딕"/>
              </a:rPr>
              <a:t>[등록] 누르기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② 내용:  </a:t>
            </a:r>
            <a:r>
              <a:rPr sz="1600">
                <a:solidFill>
                  <a:srgbClr val="1B2436"/>
                </a:solidFill>
                <a:latin typeface="맑은 고딕"/>
              </a:rPr>
              <a:t>일자(쓴 날짜) · 적요 · 공급가액+부가세 (합계 자동)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③ 증빙:  </a:t>
            </a:r>
            <a:r>
              <a:rPr sz="1600">
                <a:solidFill>
                  <a:srgbClr val="1B2436"/>
                </a:solidFill>
                <a:latin typeface="맑은 고딕"/>
              </a:rPr>
              <a:t>영수증 사진 첨부 → [저장], 끝!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내 글만 수정·삭제 가능. 프로젝트 있으면 고르고, 없으면 비워두기.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9D58"/>
                </a:solidFill>
                <a:latin typeface="맑은 고딕"/>
              </a:rPr>
              <a:t>4. 내 대시보드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본인 내역 요약</a:t>
            </a:r>
          </a:p>
        </p:txBody>
      </p:sp>
      <p:pic>
        <p:nvPicPr>
          <p:cNvPr id="3" name="Picture 2" descr="real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63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맑은 고딕"/>
              </a:rPr>
              <a:t>▲ 실제 화면 (원본 그대로)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기간 고르기 → 내 지출결의 요약 확인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[등록하러 가기]로 바로 이동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9D58"/>
                </a:solidFill>
                <a:latin typeface="맑은 고딕"/>
              </a:rPr>
              <a:t>5. 프로젝트 · 거래처 · 휴무 · 내 정보</a:t>
            </a:r>
          </a:p>
          <a:p>
            <a:endParaRPr sz="3400" b="1">
              <a:solidFill>
                <a:srgbClr val="0F9D58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dirty="0" err="1">
                <a:solidFill>
                  <a:srgbClr val="1A37C4"/>
                </a:solidFill>
                <a:latin typeface="맑은 고딕"/>
              </a:rPr>
              <a:t>프로젝트</a:t>
            </a:r>
            <a:r>
              <a:rPr sz="2000" b="1" dirty="0">
                <a:solidFill>
                  <a:srgbClr val="1A37C4"/>
                </a:solidFill>
                <a:latin typeface="맑은 고딕"/>
              </a:rPr>
              <a:t>: 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카드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클릭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→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내역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확인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.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등록·수정은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직접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가능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,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삭제는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관리자에게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요청</a:t>
            </a:r>
            <a:endParaRPr sz="2000" dirty="0">
              <a:solidFill>
                <a:srgbClr val="1B2436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1" dirty="0" err="1">
                <a:solidFill>
                  <a:srgbClr val="1A37C4"/>
                </a:solidFill>
                <a:latin typeface="맑은 고딕"/>
              </a:rPr>
              <a:t>거래처</a:t>
            </a:r>
            <a:r>
              <a:rPr sz="2000" b="1" dirty="0">
                <a:solidFill>
                  <a:srgbClr val="1A37C4"/>
                </a:solidFill>
                <a:latin typeface="맑은 고딕"/>
              </a:rPr>
              <a:t>: 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검색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→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등록·수정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가능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,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삭제는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요청</a:t>
            </a:r>
            <a:endParaRPr sz="2000" dirty="0">
              <a:solidFill>
                <a:srgbClr val="1B2436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1" dirty="0" err="1">
                <a:solidFill>
                  <a:srgbClr val="1A37C4"/>
                </a:solidFill>
                <a:latin typeface="맑은 고딕"/>
              </a:rPr>
              <a:t>휴무</a:t>
            </a:r>
            <a:r>
              <a:rPr sz="2000" b="1" dirty="0">
                <a:solidFill>
                  <a:srgbClr val="1A37C4"/>
                </a:solidFill>
                <a:latin typeface="맑은 고딕"/>
              </a:rPr>
              <a:t>:  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[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휴무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등록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] →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종류·날짜·사유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→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승인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/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반려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확인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.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주말출근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신청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시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대휴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자동계산</a:t>
            </a:r>
            <a:endParaRPr sz="2000" dirty="0">
              <a:solidFill>
                <a:srgbClr val="1B2436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1" dirty="0" err="1">
                <a:solidFill>
                  <a:srgbClr val="1A37C4"/>
                </a:solidFill>
                <a:latin typeface="맑은 고딕"/>
              </a:rPr>
              <a:t>설정</a:t>
            </a:r>
            <a:r>
              <a:rPr sz="2000" b="1" dirty="0">
                <a:solidFill>
                  <a:srgbClr val="1A37C4"/>
                </a:solidFill>
                <a:latin typeface="맑은 고딕"/>
              </a:rPr>
              <a:t>: 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이름·부서·전화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수정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,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비밀번호</a:t>
            </a:r>
            <a:r>
              <a:rPr sz="2000" dirty="0">
                <a:solidFill>
                  <a:srgbClr val="1B2436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1B2436"/>
                </a:solidFill>
                <a:latin typeface="맑은 고딕"/>
              </a:rPr>
              <a:t>변경·로그아웃</a:t>
            </a:r>
            <a:endParaRPr sz="2000" dirty="0">
              <a:solidFill>
                <a:srgbClr val="1B2436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9D58"/>
                </a:solidFill>
                <a:latin typeface="맑은 고딕"/>
              </a:rPr>
              <a:t>6. 할 수 있는 일 / 없는 일 · 문제 생기면</a:t>
            </a:r>
          </a:p>
          <a:p>
            <a:endParaRPr sz="3400" b="1">
              <a:solidFill>
                <a:srgbClr val="0F9D58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할 수 있어요:  </a:t>
            </a:r>
            <a:r>
              <a:rPr sz="2000">
                <a:solidFill>
                  <a:srgbClr val="1B2436"/>
                </a:solidFill>
                <a:latin typeface="맑은 고딕"/>
              </a:rPr>
              <a:t>지출결의·운영비 즉시입력(본인분), 거래처 등록·수정, 허용 장부 조회, 휴무 등록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요청하세요:  </a:t>
            </a:r>
            <a:r>
              <a:rPr sz="2000">
                <a:solidFill>
                  <a:srgbClr val="1B2436"/>
                </a:solidFill>
                <a:latin typeface="맑은 고딕"/>
              </a:rPr>
              <a:t>남의 글 수정·삭제, 프로젝트 삭제, 비밀번호 재설정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문제 생기면:  </a:t>
            </a:r>
            <a:r>
              <a:rPr sz="2000">
                <a:solidFill>
                  <a:srgbClr val="1B2436"/>
                </a:solidFill>
                <a:latin typeface="맑은 고딕"/>
              </a:rPr>
              <a:t>①어떤 메뉴 ②뭐 하다가 ③무슨 메시지인지 캡처해서 관리자에게 전달.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377</Words>
  <Application>Microsoft Office PowerPoint</Application>
  <PresentationFormat>와이드스크린</PresentationFormat>
  <Paragraphs>37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Junghyun Lee</cp:lastModifiedBy>
  <cp:revision>2</cp:revision>
  <dcterms:created xsi:type="dcterms:W3CDTF">2013-01-27T09:14:16Z</dcterms:created>
  <dcterms:modified xsi:type="dcterms:W3CDTF">2026-10-13T00:51:51Z</dcterms:modified>
  <cp:category/>
</cp:coreProperties>
</file>